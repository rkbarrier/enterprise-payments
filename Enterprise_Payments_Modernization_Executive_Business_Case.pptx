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Payments Modernization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Business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Manual payment processes</a:t>
            </a:r>
          </a:p>
          <a:p>
            <a:pPr>
              <a:defRPr sz="2000"/>
            </a:pPr>
            <a:r>
              <a:t>• Operational risk</a:t>
            </a:r>
          </a:p>
          <a:p>
            <a:pPr>
              <a:defRPr sz="2000"/>
            </a:pPr>
            <a:r>
              <a:t>• Legacy integrations</a:t>
            </a:r>
          </a:p>
          <a:p>
            <a:pPr>
              <a:defRPr sz="2000"/>
            </a:pPr>
            <a:r>
              <a:t>• Need for executive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ACH and wire workflows</a:t>
            </a:r>
          </a:p>
          <a:p>
            <a:pPr>
              <a:defRPr sz="2000"/>
            </a:pPr>
            <a:r>
              <a:t>• Manual exception handling</a:t>
            </a:r>
          </a:p>
          <a:p>
            <a:pPr>
              <a:defRPr sz="2000"/>
            </a:pPr>
            <a:r>
              <a:t>• Limited KPI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Increased automation</a:t>
            </a:r>
          </a:p>
          <a:p>
            <a:pPr>
              <a:defRPr sz="2000"/>
            </a:pPr>
            <a:r>
              <a:t>• Better dashboards</a:t>
            </a:r>
          </a:p>
          <a:p>
            <a:pPr>
              <a:defRPr sz="2000"/>
            </a:pPr>
            <a:r>
              <a:t>• Stronger governance</a:t>
            </a:r>
          </a:p>
          <a:p>
            <a:pPr>
              <a:defRPr sz="2000"/>
            </a:pPr>
            <a:r>
              <a:t>• Improved customer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Reduce operational risk</a:t>
            </a:r>
          </a:p>
          <a:p>
            <a:pPr>
              <a:defRPr sz="2000"/>
            </a:pPr>
            <a:r>
              <a:t>• Improve straight-through processing</a:t>
            </a:r>
          </a:p>
          <a:p>
            <a:pPr>
              <a:defRPr sz="2000"/>
            </a:pPr>
            <a:r>
              <a:t>• Enhance compliance</a:t>
            </a:r>
          </a:p>
          <a:p>
            <a:pPr>
              <a:defRPr sz="2000"/>
            </a:pPr>
            <a:r>
              <a:t>• Increase resiliency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Customer → Validation → Fraud Screening → Processing → Settlement →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Fraud detection</a:t>
            </a:r>
          </a:p>
          <a:p>
            <a:pPr>
              <a:defRPr sz="2000"/>
            </a:pPr>
            <a:r>
              <a:t>• Dual authorization</a:t>
            </a:r>
          </a:p>
          <a:p>
            <a:pPr>
              <a:defRPr sz="2000"/>
            </a:pPr>
            <a:r>
              <a:t>• Audit logging</a:t>
            </a:r>
          </a:p>
          <a:p>
            <a:pPr>
              <a:defRPr sz="2000"/>
            </a:pPr>
            <a:r>
              <a:t>• Exception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Processing Accuracy</a:t>
            </a:r>
          </a:p>
          <a:p>
            <a:pPr>
              <a:defRPr sz="2000"/>
            </a:pPr>
            <a:r>
              <a:t>• STP Rate</a:t>
            </a:r>
          </a:p>
          <a:p>
            <a:pPr>
              <a:defRPr sz="2000"/>
            </a:pPr>
            <a:r>
              <a:t>• Exception Rate</a:t>
            </a:r>
          </a:p>
          <a:p>
            <a:pPr>
              <a:defRPr sz="2000"/>
            </a:pPr>
            <a:r>
              <a:t>• Processing Time</a:t>
            </a:r>
          </a:p>
          <a:p>
            <a:pPr>
              <a:defRPr sz="2000"/>
            </a:pPr>
            <a:r>
              <a:t>• Customer Satisfaction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Faster processing</a:t>
            </a:r>
          </a:p>
          <a:p>
            <a:pPr>
              <a:defRPr sz="2000"/>
            </a:pPr>
            <a:r>
              <a:t>• Better reporting</a:t>
            </a:r>
          </a:p>
          <a:p>
            <a:pPr>
              <a:defRPr sz="2000"/>
            </a:pPr>
            <a:r>
              <a:t>• Reduced manual effort</a:t>
            </a:r>
          </a:p>
          <a:p>
            <a:pPr>
              <a:defRPr sz="2000"/>
            </a:pPr>
            <a:r>
              <a:t>• Improved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</Words>
  <Application>Microsoft Macintosh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Enterprise Payments Modernization</vt:lpstr>
      <vt:lpstr>Business Challenge</vt:lpstr>
      <vt:lpstr>Current State</vt:lpstr>
      <vt:lpstr>Future State</vt:lpstr>
      <vt:lpstr>Business Objectives</vt:lpstr>
      <vt:lpstr>Key Process</vt:lpstr>
      <vt:lpstr>Risk &amp; Controls</vt:lpstr>
      <vt:lpstr>Executive KPIs</vt:lpstr>
      <vt:lpstr>Business Value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Kristina Barrier</cp:lastModifiedBy>
  <cp:revision>1</cp:revision>
  <dcterms:created xsi:type="dcterms:W3CDTF">2013-01-27T09:14:16Z</dcterms:created>
  <dcterms:modified xsi:type="dcterms:W3CDTF">2026-07-01T20:34:02Z</dcterms:modified>
  <cp:category/>
</cp:coreProperties>
</file>